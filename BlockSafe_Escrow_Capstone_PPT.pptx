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4572000" cy="45720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BLOCKSAFE ESCROW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Decentralized Blockchain Escrow Payment Platform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Capstone Project Presentation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Powered by Polygon Smart Contracts | SHA-256 Integrity | ECDSA Authentication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5029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  Introduction &amp; Problem Statement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435608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  Objectives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773936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  Technology Stack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12264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  System Architecture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450592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  Smart Contract Design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  Key Features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127248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  How It Works – Escrow Flow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465576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  Hybrid Payment (Crypto + UPI)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803904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  Security Mechanisms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142232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  Results &amp; Demo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4805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  Future Scope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818888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  Conclusion &amp; Q&amp;A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430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Lack of Trust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0" y="11430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transactions between strangers lack guarantees — fraud, scams &amp; chargebacks are rampant.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097280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48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Middlemen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0" y="21488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escrow services charge high fees (3-10%) and introduce single points of failure.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1097280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1546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Transparency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0" y="31546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payment flows are opaque — buyers/sellers can't independently verify transaction status.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1097280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1605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Limited Access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00400" y="41605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Crypto-only platforms exclude billions of UPI users; UPI platforms lack escrow protection.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1430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 decentralized escrow platform using Solidity smart contracts on Polygon.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78308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 SHA-256 file integrity verification for digital product delivery.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42316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 ECDSA-based digital signature authentication for all parties.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0632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hybrid payment system supporting both Crypto (MATIC) and UPI.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70332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 an AI-driven Computer Agent for automated UPI verification.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389120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3434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 transparent, on-chain audit trails for every transaction.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97480" cy="4114800"/>
          </a:xfrm>
          <a:prstGeom prst="roundRect">
            <a:avLst>
              <a:gd name="adj" fmla="val 5085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2697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Next.js 15 (React 19)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TailwindCSS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Framer Motion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Lucide Icons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697480" cy="4114800"/>
          </a:xfrm>
          <a:prstGeom prst="roundRect">
            <a:avLst>
              <a:gd name="adj" fmla="val 5085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188720"/>
            <a:ext cx="2697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Blockchain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192024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Solidity ^0.8.20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246888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Polygon Amoy Testnet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301752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Ethers.js v6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356616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MetaMask Wallet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2697480" cy="4114800"/>
          </a:xfrm>
          <a:prstGeom prst="roundRect">
            <a:avLst>
              <a:gd name="adj" fmla="val 5085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188720"/>
            <a:ext cx="2697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192024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SHA-256 Hashing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246888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ECDSA Signatures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301752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OTP Authentication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356616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Smart Contract Audit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98280" y="1097280"/>
            <a:ext cx="2697480" cy="4114800"/>
          </a:xfrm>
          <a:prstGeom prst="roundRect">
            <a:avLst>
              <a:gd name="adj" fmla="val 5085"/>
            </a:avLst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9098280" y="1188720"/>
            <a:ext cx="2697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/ AI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81160" y="192024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Next.js API Routes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81160" y="246888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AI Computer Agent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81160" y="301752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UPI Payment Gateway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81160" y="356616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LocalStorage Records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1005840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2344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123444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+ React UI  |  Responsive Dashboard  |  Motion Animations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1005840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3317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233172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Wallet Hook  |  Escrow Contract Hook  |  UPI Flow Manager  |  API Routes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383280"/>
            <a:ext cx="1005840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4290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Blockchain Layer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34290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EscrowPlatform.sol  |  Polygon Amoy  |  Ethers.js Provider  |  MetaMask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4480560"/>
            <a:ext cx="1005840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5262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Layer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452628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SHA-256 Integrity  |  ECDSA Auth  |  OTP Verification  |  Computer Agent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196596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▼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0" y="306324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▼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0" y="416052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▼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CONTRACT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EscrowPlatform.sol — Solidity ^0.8.20 | Deployed on Polygon Amoy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46304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490472"/>
            <a:ext cx="1463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20240" y="146304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490472"/>
            <a:ext cx="1463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66160" y="146304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490472"/>
            <a:ext cx="1463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0" y="146304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1490472"/>
            <a:ext cx="1463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0" y="146304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490472"/>
            <a:ext cx="1463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503920" y="146304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490472"/>
            <a:ext cx="1463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Refunded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149840" y="146304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49840" y="1490472"/>
            <a:ext cx="1463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Disputed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2860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createEscrow()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Buyer initiates escrow with seller address &amp; deadline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715768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depositFunds()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271576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Buyer locks MATIC/ERC-20 tokens into the contract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145536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markDelivered()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3145536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Seller confirms product/service delivery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575304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acceptDelivery()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3575304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Buyer verifies and accepts the delivery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005072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confirmDelivery()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4005072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finalizes — triggers releasePayment()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4348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openDispute()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0" y="44348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Either party can raise a dispute for arbitration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864608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refundBuyer()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0" y="486460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Refund via seller consent, deadline expiry, or agent ruling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123444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Payments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691640"/>
            <a:ext cx="4389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Funds locked in smart contract until all conditions met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6032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📜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25146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Contracts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971800"/>
            <a:ext cx="4389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guarantees execution without third-party intermediaries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4048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379476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Transparency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4251960"/>
            <a:ext cx="4389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step verifiable on public Polygon blockchain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28016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040880" y="123444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Dispute Resolution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0" y="1691640"/>
            <a:ext cx="4389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arbitration via agent or deadline-based refunds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46888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56032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40880" y="25146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Payments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2971800"/>
            <a:ext cx="4389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Supports both Crypto (MATIC) and UPI payment modes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74904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84048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40880" y="379476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Computer Agent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40880" y="4251960"/>
            <a:ext cx="4389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real-time verification of UPI settlements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97280" cy="109728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5448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6517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Escrow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Buyer &amp; seller agree on terms, create smart contract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94560" y="1554480"/>
            <a:ext cx="731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108960" y="1371600"/>
            <a:ext cx="1097280" cy="109728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55448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51760" y="26517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Deposit Funds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31089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Buyer deposits MATIC into secure escrow contract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0" y="1554480"/>
            <a:ext cx="731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394960" y="1371600"/>
            <a:ext cx="1097280" cy="109728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155448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26517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Seller Delivers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1089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Seller fulfills the service or delivers product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6560" y="1554480"/>
            <a:ext cx="731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680960" y="1371600"/>
            <a:ext cx="1097280" cy="109728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155448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23760" y="26517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Buyer Confirms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23760" y="31089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Buyer inspects and approves the delivered work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052560" y="1554480"/>
            <a:ext cx="731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966960" y="1371600"/>
            <a:ext cx="1097280" cy="109728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6960" y="155448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09760" y="26517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Funds Released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509760" y="31089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contract auto-releases funds to seller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114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Entire lifecycle managed on-chain with full transparency &amp; zero intermediary fees.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PAYMENT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303520" cy="384048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 Crypto Escrow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MetaMask wallet connection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Polygon Amoy Testnet (MATIC)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On-chain smart contract execution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Real-time blockchain verification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Permanent PolygonScan audit trail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5303520" cy="384048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28016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 UPI Escrow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201168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OTP-based UPI ID authentication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25146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Dynamic QR code generation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AI Computer Agent verification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35204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BSXP unique contract addresses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402336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Real-time settlement monitoring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94960" y="25603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MECHANISMS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SHA-256 File Integrity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0" y="1143000"/>
            <a:ext cx="7498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digital product delivery is hashed. Buyer verifies the file hash matches the original before accepting delivery — preventing tampering.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1097280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402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ECDSA Digital Signatures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2240280"/>
            <a:ext cx="7498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transactions are signed using Elliptic Curve Digital Signature Algorithm via MetaMask, ensuring non-repudiation and authenticity.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1097280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3375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OTP Authentication (UPI)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3337560"/>
            <a:ext cx="7498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UPI users authenticate via one-time passwords sent to linked mobile numbers, adding a second factor of security.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1097280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434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Contract Modifiers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4434840"/>
            <a:ext cx="7498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onlyBuyer, onlySeller, onlyAgent, and inState modifiers enforce role-based access control at the contract level.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&amp; OUTCOMES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Smart contract deployed on Polygon Amoy Testnet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End-to-end crypto escrow flow working with MetaMask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UPI escrow with OTP login &amp; QR code payment functional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AI Computer Agent automates UPI verification in real-time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BSXP permanent record addresses generated for every deal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Responsive, premium UI with Framer Motion animations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Role-based access: Buyer, Seller, and Agent workflows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61772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Dispute resolution &amp; deadline-based auto-refund implemented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5120640"/>
            <a:ext cx="1005840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148072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Contract: 0x31a98074c02F42328431bab9F670314a762f2e80  |  Network: Polygon Amoy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4300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Mainnet Deployment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1143000"/>
            <a:ext cx="7132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Migrate from Amoy testnet to Polygon mainnet for real transactions.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1097280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1168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Multi-Chain Support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2011680"/>
            <a:ext cx="7132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 to Ethereum, Arbitrum, and other EVM-compatible chains.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1097280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8036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RFID / IoT Integration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2880360"/>
            <a:ext cx="7132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Anti-tampering verification for physical product deliveries.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1097280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4904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AI Dispute Resolution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3749040"/>
            <a:ext cx="7132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 models to auto-resolve disputes based on evidence.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1097280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61772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Mobile Application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4617720"/>
            <a:ext cx="7132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iOS/Android apps for on-the-go escrow management.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4572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82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BlockSafe Escrow successfully demonstrates a production-ready, hybrid escrow platform that bridges the gap between Web3 blockchain security and traditional UPI payments.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2926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combining Solidity smart contracts, SHA-256 integrity checks, ECDSA authentication, and an AI-powered Computer Agent, the platform delivers a trustless, transparent, and accessible payment ecosystem.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914400"/>
            <a:ext cx="4572000" cy="45720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BlockSafe Escrow  •  Polygon Amoy  • 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BlockSafe Escrow - Capstone Project</dc:title>
  <dc:subject>PptxGenJS Presentation</dc:subject>
  <dc:creator>BlockSafe Team</dc:creator>
  <cp:lastModifiedBy>BlockSafe Team</cp:lastModifiedBy>
  <cp:revision>1</cp:revision>
  <dcterms:created xsi:type="dcterms:W3CDTF">2026-05-12T06:44:02Z</dcterms:created>
  <dcterms:modified xsi:type="dcterms:W3CDTF">2026-05-12T06:44:02Z</dcterms:modified>
</cp:coreProperties>
</file>